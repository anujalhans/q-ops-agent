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Cards</c:v>
                </c:pt>
                <c:pt idx="1">
                  <c:v>UPI</c:v>
                </c:pt>
                <c:pt idx="2">
                  <c:v>Wallets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hyperlink" Target="https://example.com/payment-routing" TargetMode="Externa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Gateway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Checkout validates fraud score before hitting the payment gateway.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4023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</a:tblGrid>
              <a:tr h="487680">
                <a:tc>
                  <a:txBody>
                    <a:bodyPr/>
                    <a:lstStyle/>
                    <a:p>
                      <a: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Outcome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Allow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Authorize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01_home_search_resul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05840"/>
            <a:ext cx="3200400" cy="2275840"/>
          </a:xfrm>
          <a:prstGeom prst="rect">
            <a:avLst/>
          </a:prstGeom>
        </p:spPr>
      </p:pic>
      <p:sp>
        <p:nvSpPr>
          <p:cNvPr id="6" name="Chevron 5">
            <a:hlinkClick r:id="rId3"/>
          </p:cNvPr>
          <p:cNvSpPr/>
          <p:nvPr/>
        </p:nvSpPr>
        <p:spPr>
          <a:xfrm>
            <a:off x="3840480" y="3749039"/>
            <a:ext cx="1188720" cy="5486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Route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931920"/>
          <a:ext cx="310896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