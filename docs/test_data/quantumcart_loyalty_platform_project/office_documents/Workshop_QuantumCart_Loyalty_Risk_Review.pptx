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slide should be extracted as annotation context. Pay attention to partner settlement risk and campaign budget exhaustion.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Validate table extraction and notes extraction from 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QuantumCart Risk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768096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Diagram: App -&gt; Loyalty API -&gt; Campaign Service -&gt; Ledger -&gt; Partner Settlement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and Test Focus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74980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QA Focus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Duplicate redemption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Idempotency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Concurrency tests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Budget overspend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Atomic cap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Race condition tests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Override misuse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RBAC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 tests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