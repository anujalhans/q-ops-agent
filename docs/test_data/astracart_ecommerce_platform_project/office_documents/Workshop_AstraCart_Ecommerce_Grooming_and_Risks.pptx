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Confirm whether guest checkout is part of MVP and identify payment gateway sandbox constraints before backlog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Payment pending, duplicate callback, and gateway timeout should become explicit negative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Ask engineering to expose payment event trail to support console and ensure success page is not final until webhook confirms.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Convert these risks into story acceptance criteria and automated API tests before SIT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test/astracart/gateway-sandbox" TargetMode="Externa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AstraCart Ecommerce Grooming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Scope review for registration, login, catalog, checkout, payment gateway, result pages, and order tracking.</a:t>
            </a:r>
          </a:p>
        </p:txBody>
      </p:sp>
      <p:pic>
        <p:nvPicPr>
          <p:cNvPr id="4" name="Picture 3" descr="02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5212080" cy="3474720"/>
          </a:xfrm>
          <a:prstGeom prst="rect">
            <a:avLst/>
          </a:prstGeom>
        </p:spPr>
      </p:pic>
      <p:pic>
        <p:nvPicPr>
          <p:cNvPr id="5" name="Picture 4" descr="05_checkout_pay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Module Prioritization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4765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QA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t>Registration/Login/Logout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+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MFA prompt later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t>Forgot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Avoid enumeration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t>Home/Listing/PDP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 + filters +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SEO state required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Price/inventory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Quote expiry edge cases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t>Payment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Webhook 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 vs failed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t>Orders/Tracking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Timeline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 visibility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Checkout and Payment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4173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463040"/>
            <a:ext cx="14173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Quote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463040"/>
            <a:ext cx="14173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14173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463040"/>
            <a:ext cx="14173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Control points: quote id, payment order id, gateway callback id, order id, trace id, and reconciliation event id.</a:t>
            </a:r>
          </a:p>
        </p:txBody>
      </p:sp>
      <p:pic>
        <p:nvPicPr>
          <p:cNvPr id="9" name="Picture 8" descr="05_checkout_pay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94760"/>
            <a:ext cx="4297680" cy="2865120"/>
          </a:xfrm>
          <a:prstGeom prst="rect">
            <a:avLst/>
          </a:prstGeom>
        </p:spPr>
      </p:pic>
      <p:pic>
        <p:nvPicPr>
          <p:cNvPr id="10" name="Picture 9" descr="07_order_history_track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94760"/>
            <a:ext cx="4297680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Risks, Open Questions, and Test Hooks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71628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Hook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t>Duplicate payment callback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Idempotency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Replay webhook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t>Cart price changes during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Quote 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Advance test clock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t>Password reset 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email test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t>PLP filter explosion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Cache key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cardinality filters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t>Order tracking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Delayed shipment event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5623560"/>
            <a:ext cx="3840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Reference: Payment gateway sandbox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